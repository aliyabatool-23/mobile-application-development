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7" r:id="rId5"/>
    <p:sldId id="266" r:id="rId6"/>
    <p:sldId id="272" r:id="rId7"/>
    <p:sldId id="273" r:id="rId8"/>
    <p:sldId id="282" r:id="rId9"/>
    <p:sldId id="289" r:id="rId10"/>
    <p:sldId id="302" r:id="rId11"/>
    <p:sldId id="301" r:id="rId12"/>
    <p:sldId id="3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10" autoAdjust="0"/>
  </p:normalViewPr>
  <p:slideViewPr>
    <p:cSldViewPr snapToGrid="0" showGuides="1"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4030" y="801278"/>
            <a:ext cx="5010396" cy="9856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HireNest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0761" y="1967585"/>
            <a:ext cx="6348460" cy="189740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Course: Mobile App Development</a:t>
            </a:r>
          </a:p>
          <a:p>
            <a:pPr algn="ctr">
              <a:lnSpc>
                <a:spcPct val="10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Sir Faisal Hafeez</a:t>
            </a:r>
          </a:p>
          <a:p>
            <a:pPr algn="ctr">
              <a:lnSpc>
                <a:spcPct val="10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Nabia Akhtar, Aliya Batool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12, 42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490" y="3987538"/>
            <a:ext cx="1431910" cy="14383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86087" y="5632218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Layyah</a:t>
            </a: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924" y="1253765"/>
            <a:ext cx="4119513" cy="73529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803" y="2065299"/>
            <a:ext cx="4506012" cy="27517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Hundreds of CVs to manually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shortlisting process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easy way to filter by skills or degree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affordable recruitment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14779" y="386498"/>
            <a:ext cx="11510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32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86120" y="2111601"/>
            <a:ext cx="416664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dedicated local platform for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through multiple disconnected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transparency in application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Fresh graduates struggle to get noticed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6374" y="1387253"/>
            <a:ext cx="34219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endParaRPr lang="en-US" sz="12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9718" y="284317"/>
            <a:ext cx="3009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HireNest?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6457" y="880387"/>
            <a:ext cx="11092208" cy="1289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EBF2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HireNest is a dual-role Android mobile application that connects students seeking internships with recruiters looking for fresh talent. It features an AI-powered CV filtering system that automatically ranks the top </a:t>
            </a:r>
            <a:r>
              <a:rPr lang="en-US" dirty="0" smtClean="0">
                <a:solidFill>
                  <a:srgbClr val="EBF2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candidates, saving </a:t>
            </a:r>
            <a:r>
              <a:rPr lang="en-US" dirty="0">
                <a:solidFill>
                  <a:srgbClr val="EBF2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recruiters hours of manual </a:t>
            </a:r>
            <a:r>
              <a:rPr lang="en-US" dirty="0" smtClean="0">
                <a:solidFill>
                  <a:srgbClr val="EBF2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2315" y="2320507"/>
            <a:ext cx="23359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Include: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9641" y="3073933"/>
            <a:ext cx="8980601" cy="1709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 &amp; apply for </a:t>
            </a:r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status </a:t>
            </a:r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updates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Recruiters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jobs &amp; </a:t>
            </a:r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shortlist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Ranking: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CVs auto-selected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51932C-7145-4FBD-B81D-9ADC4240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101226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Key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4AF259-0EA0-486A-A345-68549DF5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4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78696" y="1679484"/>
            <a:ext cx="3154318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</a:t>
            </a: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 login flows for Students and Recruiters via Firebase Authentication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</a:t>
            </a: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job listings posted by recruiters, stored in Firestore</a:t>
            </a:r>
          </a:p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452920" y="1679485"/>
            <a:ext cx="3324193" cy="337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 </a:t>
            </a:r>
            <a:r>
              <a:rPr lang="en-US" sz="2000" b="1" dirty="0" smtClean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upload PDF CVs via Cloudinary free cloud storage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CV </a:t>
            </a:r>
            <a:r>
              <a:rPr lang="en-US" sz="2000" b="1" dirty="0" smtClean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Ranking: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reads and scores CVs, surfacing the top 10 best-matched candidates</a:t>
            </a:r>
          </a:p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547201" y="1751865"/>
            <a:ext cx="3028913" cy="337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Shortlisting:</a:t>
            </a:r>
            <a:endParaRPr lang="en-US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Recruiters shortlist candidates with one tap, triggering instant notifications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are notified in-app when shortlisted for a position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38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232506" y="444574"/>
            <a:ext cx="32583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499" y="1159497"/>
            <a:ext cx="446830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Layouts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RecyclerView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Firestore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Database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Firestore Indexes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OkHttp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Networking</a:t>
            </a: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AI: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Cloudinary (PDF CVs)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API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 Ranking Algorithm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7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0BEB88-12D3-41F1-B6BA-706EF7480F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18938" y="6581775"/>
            <a:ext cx="373062" cy="206375"/>
          </a:xfrm>
        </p:spPr>
        <p:txBody>
          <a:bodyPr/>
          <a:lstStyle/>
          <a:p>
            <a:fld id="{03DC2DEF-D2FE-4B45-ABA4-9F153FD1C98A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196445" y="1310326"/>
            <a:ext cx="7352908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Splash screen loads and navigates to Role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chooses Student 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fills academic details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 fills company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 verifies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credentials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sees real-time job listings from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uploads CV as PDF and writes cover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Ranks CVs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scores all applicants out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Shortlisted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 selects top candidates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in-app notification</a:t>
            </a:r>
          </a:p>
        </p:txBody>
      </p:sp>
      <p:sp>
        <p:nvSpPr>
          <p:cNvPr id="7" name="TextBox 6"/>
          <p:cNvSpPr txBox="1"/>
          <p:nvPr/>
        </p:nvSpPr>
        <p:spPr>
          <a:xfrm flipH="1">
            <a:off x="2185604" y="509047"/>
            <a:ext cx="3555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Flow 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670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CV Ranking 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84" y="1233488"/>
            <a:ext cx="8602844" cy="4639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 applicants list for a job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‘Find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with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AI’ button.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data of all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applicants.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sent to Google Gemini AI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API.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Gemini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evaluates each candidate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against 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requirements and assigns a score out of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returned as a ranked list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showing: Candidate name, Score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100, Reason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score.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highest scoring candidates are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recruiter in order from best to lowest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match.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view CV and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shortlist 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suitable candidates with one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90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2276637" y="878534"/>
            <a:ext cx="5372096" cy="71120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82390" y="1817293"/>
            <a:ext cx="6661609" cy="3782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HireNest successfully delivers a complete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professional solution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recruitment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challenge. Students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browse real job listings, upload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CV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PDF, and apply with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letter. Recruiters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post job openings, view all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applicants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AI-powered ranking to identify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suitable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automatically. Selected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receive an instant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in-app notification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informing them of their shortlist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status.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is backed by Firebase,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Cloudinary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AI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hiring process faster, smarter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more efficient.</a:t>
            </a:r>
          </a:p>
        </p:txBody>
      </p:sp>
    </p:spTree>
    <p:extLst>
      <p:ext uri="{BB962C8B-B14F-4D97-AF65-F5344CB8AC3E}">
        <p14:creationId xmlns:p14="http://schemas.microsoft.com/office/powerpoint/2010/main" val="262740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You… </a:t>
            </a:r>
            <a:endParaRPr lang="en-US" sz="7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970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 Template_Classic_Bold_Block_01_MS_v5" id="{AA60D5CE-876A-47D1-9228-3D76491083AD}" vid="{07E49AEA-13A3-4305-88B7-82B9D72D09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B6A5B5-1BEC-4EEA-9356-9BFD758ACB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60C99C-4D9A-4DAB-AA53-E488AEBCAE16}">
  <ds:schemaRefs>
    <ds:schemaRef ds:uri="http://www.w3.org/XML/1998/namespace"/>
    <ds:schemaRef ds:uri="http://schemas.microsoft.com/office/2006/documentManagement/types"/>
    <ds:schemaRef ds:uri="71af3243-3dd4-4a8d-8c0d-dd76da1f02a5"/>
    <ds:schemaRef ds:uri="http://purl.org/dc/terms/"/>
    <ds:schemaRef ds:uri="http://purl.org/dc/dcmitype/"/>
    <ds:schemaRef ds:uri="16c05727-aa75-4e4a-9b5f-8a80a1165891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16D1F562-76A4-4CE4-B3CA-758D572E94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bold block presentation</Template>
  <TotalTime>0</TotalTime>
  <Words>566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HireNest</vt:lpstr>
      <vt:lpstr>Recruiters</vt:lpstr>
      <vt:lpstr>PowerPoint Presentation</vt:lpstr>
      <vt:lpstr>Key Features</vt:lpstr>
      <vt:lpstr>Slide 27</vt:lpstr>
      <vt:lpstr>PowerPoint Presentation</vt:lpstr>
      <vt:lpstr>Ai CV Ranking </vt:lpstr>
      <vt:lpstr>PowerPoint Presentation</vt:lpstr>
      <vt:lpstr>Thank You…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2026-05-09T06:27:14Z</dcterms:created>
  <dcterms:modified xsi:type="dcterms:W3CDTF">2026-05-09T12:12:05Z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_MarkAsFinal">
    <vt:bool>true</vt:bool>
  </property>
</Properties>
</file>